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6202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UPS | Private and confidential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UPS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improvement assessment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| Acquisition |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and confidential. Draft for discussion purposes only. Prepared on illustrative sample financials.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 presents 3 cost reduction and 3 performance improvement; procurement renegotiation offers the highest confidence value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5992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two slides expand each category in the order shown here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11365992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 is deliberately walking away from its largest but lowest margin customer to raise revenue per package. This operational review targets efficiency, cost, and throughput improvements. Stated priority: margin turnaround.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COST 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Accelerate the existing cost program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Footprint and network optimization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Procurement renegotiation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892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on slide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20574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PERFORMANCE IMPROVEMENT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42316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Revenue per unit and mix discipline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Quality system uplift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Capacity rebalancing across the network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4892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on slide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COST REDUCTION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reduction levers are ranked for this specific situation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5992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levers are within management's direct control; sequence the highest scoring first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the existing cost program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Medium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 is already underway; the fastest value is closing the gap between announced savings and captured savings.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 and network optimization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9125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Underutilized sites carry fixed cost the network no longer needs; closures must track the volume glide down.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renegotiation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High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supplier spend with dated contracts supports renegotiated rates and consolidation.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PERFORMANCE IMPROVEMENT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levers raise throughput and margin quality without new capacity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5992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and mix gains defer capital spend; start where data already exists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unit and mix discipline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Medium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and mix are carrying growth; protecting that gain operationally matters as much as cost.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system uplift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Medium  |  Ease: High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9125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defect rates lowers cost of poor quality and warranty exposure simultaneously.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rebalancing across the network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Medium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sites cap revenue while others sit idle; rebalancing lifts throughput without capex.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PRIORITIZATION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Pursue the top 3 opportunities first; hold the remainder for the roadmap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6400800" cy="4114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417320"/>
            <a:ext cx="3200400" cy="2057400"/>
          </a:xfrm>
          <a:prstGeom prst="rect">
            <a:avLst/>
          </a:prstGeom>
          <a:solidFill>
            <a:srgbClr val="E8EDFF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1417320"/>
            <a:ext cx="0" cy="411480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3474720"/>
            <a:ext cx="6400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062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16200000">
            <a:off x="13716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capture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14216" y="204825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93976" y="204825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34456" y="204825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7136" y="204825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34456" y="328269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0056" y="204825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1737360"/>
            <a:ext cx="3931920" cy="384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Accelerate the existing cost program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Footprint and network optimization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Procurement renegotiation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Revenue per unit and mix discipline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Quality system uplift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Capacity rebalancing across the network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  </a:t>
            </a:r>
            <a:pPr indent="0" marL="0">
              <a:buNone/>
            </a:pPr>
            <a:r>
              <a:rPr lang="en-US" sz="100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improvement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2026-07-23T04:25:51Z</dcterms:created>
  <dcterms:modified xsi:type="dcterms:W3CDTF">2026-07-23T04:25:51Z</dcterms:modified>
</cp:coreProperties>
</file>