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is deliberately walking away from its largest but lowest margin customer to raise revenue per package. This operational review targets efficiency, cost, and throughput improvements. Stated priority: margin turnaround.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2026-07-23T05:00:33Z</dcterms:created>
  <dcterms:modified xsi:type="dcterms:W3CDTF">2026-07-23T05:00:33Z</dcterms:modified>
</cp:coreProperties>
</file>