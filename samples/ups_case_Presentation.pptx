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UPS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improvement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 presents 3 cost reduction and 3 performance improvement; procurement renegotiation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325880"/>
            <a:ext cx="1136599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has engaged an operational review of UPS to identify efficiency, cost, and throughput improvements, with a focus on UPS is deliberately walking away from its largest but lowest margin customer to raise revenue per package. The stated priority is margin turnaround.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COST REDUCTION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Accelerate the existing cost program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Footprint and network optimization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renegotiation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7220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PERFORMANCE IMPROVEMENT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7220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Revenue per unit and mix discipline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Quality system uplift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Capacity rebalancing across the network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COST REDUCTION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reduction levers are ranked for this specific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levers are within management's direct control; sequence the highest scoring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 the existing cost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 is already underway; the fastest value is closing the gap between announced savings and captured savings.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Footprint and network optimization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Underutilized sites carry fixed cost the network no longer needs; closures must track the volume glide down.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renegotiation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supplier spend with dated contracts supports renegotiated rates and consolidation.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PERFORMANCE IMPROVEMENT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levers raise throughput and margin quality without new capacity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Throughput and mix gains defer capital spend; start where data already exists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per unit and mix discipline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and mix are carrying growth; protecting that gain operationally matters as much as cost.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system uplift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Reducing defect rates lowers cost of poor quality and warranty exposure simultaneously.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rebalancing across the network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Constrained sites cap revenue while others sit idle; rebalancing lifts throughput without capex.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Accelerate the existing cost program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Footprint and network optimization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renegotiation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Revenue per unit and mix discipline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Quality system uplift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Capacity rebalancing across the network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reduction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improvement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2026-07-22T13:44:23Z</dcterms:created>
  <dcterms:modified xsi:type="dcterms:W3CDTF">2026-07-22T13:44:23Z</dcterms:modified>
</cp:coreProperties>
</file>