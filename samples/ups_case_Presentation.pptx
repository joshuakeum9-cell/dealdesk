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spPr>
            <a:solidFill>
              <a:srgbClr val="1F4C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142</c:v>
                </c:pt>
                <c:pt idx="1">
                  <c:v>154</c:v>
                </c:pt>
                <c:pt idx="2">
                  <c:v>168</c:v>
                </c:pt>
                <c:pt idx="3">
                  <c:v>183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EBITDA margin</c:v>
                </c:pt>
              </c:strCache>
            </c:strRef>
          </c:tx>
          <c:spPr>
            <a:solidFill>
              <a:srgbClr val="00A0B0"/>
            </a:solidFill>
            <a:ln w="25400" cap="flat">
              <a:solidFill>
                <a:srgbClr val="00A0B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404850"/>
                    </a:solidFill>
                    <a:latin typeface="Arial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A0B0"/>
              </a:solidFill>
              <a:ln w="9525" cap="flat">
                <a:solidFill>
                  <a:srgbClr val="00A0B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FY21A</c:v>
                  </c:pt>
                  <c:pt idx="1">
                    <c:v>FY22A</c:v>
                  </c:pt>
                  <c:pt idx="2">
                    <c:v>FY23A</c:v>
                  </c:pt>
                  <c:pt idx="3">
                    <c:v>FY24A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16.1</c:v>
                </c:pt>
                <c:pt idx="2">
                  <c:v>17.3</c:v>
                </c:pt>
                <c:pt idx="3">
                  <c:v>18.7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404850"/>
                  </a:solidFill>
                  <a:latin typeface="Arial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3666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UPS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Operational improvement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UPS presents 3 cost reduction and 3 performance improvement; procurement renegotiation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298448"/>
            <a:ext cx="562356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UPS is deliberately walking away from its largest but lowest margin customer to raise revenue per package. This operational review targets efficiency, cost, and throughput improvements. Stated priority: margin turnaround.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11480" y="228600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 (SLIDE 2)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11480" y="257860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11480" y="4023360"/>
            <a:ext cx="5623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 (SLIDE 3)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11480" y="4315968"/>
            <a:ext cx="5623560" cy="13258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200" dirty="0"/>
          </a:p>
          <a:p>
            <a:pPr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129844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REVENUE, $M</a:t>
            </a:r>
            <a:endParaRPr lang="en-US" sz="10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6263640" y="1554480"/>
          <a:ext cx="5513832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/>
          <p:nvPr/>
        </p:nvSpPr>
        <p:spPr>
          <a:xfrm>
            <a:off x="6263640" y="3675888"/>
            <a:ext cx="5513832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EBITDA MARGIN, %</a:t>
            </a:r>
            <a:endParaRPr lang="en-US" sz="1000" dirty="0"/>
          </a:p>
        </p:txBody>
      </p:sp>
      <p:graphicFrame>
        <p:nvGraphicFramePr>
          <p:cNvPr id="17" name="Chart 1" descr=""/>
          <p:cNvGraphicFramePr/>
          <p:nvPr/>
        </p:nvGraphicFramePr>
        <p:xfrm>
          <a:off x="6263640" y="3931920"/>
          <a:ext cx="5513832" cy="1783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COST REDUCTION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Cost reduction levers are ranked for this specific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levers are within management's direct control; sequence the highest scoring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Accelerate the existing cost program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program is already underway; the fastest value is closing the gap between announced savings and captured savings.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Footprint and network optimization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Underutilized sites carry fixed cost the network no longer needs; closures must track the volume glide down.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Procurement renegotiation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Concentrated supplier spend with dated contracts supports renegotiated rates and consolidation.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PERFORMANCE IMPROVEMENT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Performance levers raise throughput and margin quality without new capacity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Throughput and mix gains defer capital spend; start where data already exists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per unit and mix discipline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and mix are carrying growth; protecting that gain operationally matters as much as cost.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Quality system uplift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High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Reducing defect rates lowers cost of poor quality and warranty exposure simultaneously.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 rebalancing across the network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Constrained sites cap revenue while others sit idle; rebalancing lifts throughput without capex.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8229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3445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02005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Accelerate the existing cost program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Footprint and network optimization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Procurement renegotiation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Revenue per unit and mix discipline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Quality system uplift</a:t>
            </a:r>
            <a:endParaRPr lang="en-US" sz="1100" dirty="0"/>
          </a:p>
          <a:p>
            <a:pPr indent="0" marL="0">
              <a:lnSpc>
                <a:spcPts val="198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Capacity rebalancing across the network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Cost reduction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Performance improvement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2026-07-25T05:30:36Z</dcterms:created>
  <dcterms:modified xsi:type="dcterms:W3CDTF">2026-07-25T05:30:36Z</dcterms:modified>
</cp:coreProperties>
</file>