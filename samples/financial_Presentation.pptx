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620256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MERIDIAN | Private and confidential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MERIDIAN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24028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Qualitative synergy assessment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2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Meridian Components Inc. | Acquisition | July 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3093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and confidential. Draft for discussion purposes only. Prepared on illustrative sample financials.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Meridian Components Inc. presents 2 revenue synergies and 3 cost synergies; procurement scale and vendor consolidation offers the highest confidence value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two slides expand each category in the order shown here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325880"/>
            <a:ext cx="1136599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client is evaluating the acquisition of Meridian Components Inc. to expand into the Midwest market with meaningful procurement synergies.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11480" y="205740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REVENUE SYNERGIES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1480" y="2423160"/>
            <a:ext cx="55778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Cross sell into the combined customer base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Geographic and channel expansion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" y="489204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Expanded on slide 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72200" y="205740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COST SYNERGIES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172200" y="2423160"/>
            <a:ext cx="55778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Procurement scale and vendor consolidation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Overlapping G&amp;A rationalization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Facility and footprint optimization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172200" y="489204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Expanded on slide 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REVENUE SYNERGIES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 synergies center on cross selling into the combined customer base and widening the addressable footprint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synergies carry more execution risk than cost synergies; treat as upside, not base case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 sell into the combined customer base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Meridian Components Inc.'s customers can be offered the acquirer's adjacent products, and vice versa.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Geographic and channel expansion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Medium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combined footprint opens regions and channels neither business serves alone.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COST SYNERGIES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Procurement scale and overlapping G&amp;A anchor the cost case, with capture feasible inside 24 months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synergies should anchor the value case; they are within management's direct control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Procurement scale and vendor consolidation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High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purchasing volume supports renegotiated rates with overlapping vendors.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Overlapping G&amp;A rationalization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Medium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Duplicated back office functions (finance, HR, IT) can be consolidated over 12 to 24 months.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Facility and footprint optimization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Low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Locating operations together reduces lease and logistics costs where geographies overlap.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PRIORITIZATION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Pursue the top 3 opportunities first; hold the remainder for the roadmap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005840" y="1417320"/>
            <a:ext cx="6400800" cy="4114800"/>
          </a:xfrm>
          <a:prstGeom prst="rect">
            <a:avLst/>
          </a:prstGeom>
          <a:solidFill>
            <a:srgbClr val="FAFBFC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06240" y="1417320"/>
            <a:ext cx="3200400" cy="2057400"/>
          </a:xfrm>
          <a:prstGeom prst="rect">
            <a:avLst/>
          </a:prstGeom>
          <a:solidFill>
            <a:srgbClr val="E8EDFF"/>
          </a:solidFill>
          <a:ln/>
        </p:spPr>
      </p:sp>
      <p:sp>
        <p:nvSpPr>
          <p:cNvPr id="8" name="Shape 6"/>
          <p:cNvSpPr/>
          <p:nvPr/>
        </p:nvSpPr>
        <p:spPr>
          <a:xfrm>
            <a:off x="4206240" y="1417320"/>
            <a:ext cx="0" cy="411480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005840" y="3474720"/>
            <a:ext cx="64008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206240" y="1463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first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 rot="16200000">
            <a:off x="137160" y="3291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impact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05840" y="56235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Ease of capture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01421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14216" y="328269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34456" y="204825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17136" y="32826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093976" y="32826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818120" y="14173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Opportunities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818120" y="1737360"/>
            <a:ext cx="393192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Cross sell into the combined customer base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Geographic and channel expansion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Procurement scale and vendor consolidation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Overlapping G&amp;A rationalization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Facility and footprint optimization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818120" y="5212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synergies   </a:t>
            </a:r>
            <a:pPr indent="0" marL="0">
              <a:buNone/>
            </a:pPr>
            <a:r>
              <a:rPr lang="en-US" sz="100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synergies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2026-07-22T03:29:55Z</dcterms:created>
  <dcterms:modified xsi:type="dcterms:W3CDTF">2026-07-22T03:29:55Z</dcterms:modified>
</cp:coreProperties>
</file>