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11365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 to expand into the Midwest market with meaningful procurement synergies.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2026-07-22T14:51:24Z</dcterms:created>
  <dcterms:modified xsi:type="dcterms:W3CDTF">2026-07-22T14:51:24Z</dcterms:modified>
</cp:coreProperties>
</file>