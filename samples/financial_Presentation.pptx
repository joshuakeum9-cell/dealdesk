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142</c:v>
                </c:pt>
                <c:pt idx="1">
                  <c:v>154</c:v>
                </c:pt>
                <c:pt idx="2">
                  <c:v>168</c:v>
                </c:pt>
                <c:pt idx="3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</c:v>
                </c:pt>
              </c:strCache>
            </c:strRef>
          </c:tx>
          <c:spPr>
            <a:solidFill>
              <a:srgbClr val="00A0B0"/>
            </a:solidFill>
            <a:ln w="25400" cap="flat">
              <a:solidFill>
                <a:srgbClr val="00A0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0B0"/>
              </a:solidFill>
              <a:ln w="9525" cap="flat">
                <a:solidFill>
                  <a:srgbClr val="00A0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16.1</c:v>
                </c:pt>
                <c:pt idx="2">
                  <c:v>17.3</c:v>
                </c:pt>
                <c:pt idx="3">
                  <c:v>18.7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synergy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Components Inc. presents 3 revenue synergies and 3 cost synergies; procurement scale and vendor consolidation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98448"/>
            <a:ext cx="56235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is evaluating the acquisition of Meridian Components Inc., with a focus on expand into the Midwest market with meaningful procurement synergies.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REVENUE SYNERGIES (SLIDE 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Cross sell into the combined customer base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Pricing harmonization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Key account retention program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0233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COST SYNERGIES (SLIDE 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31596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Procurement scale and vendor consolidation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Margin improvement to peer levels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Overlapping G&amp;A rationalization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298448"/>
            <a:ext cx="55165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$M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263640" y="1554480"/>
          <a:ext cx="5516575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263640" y="3675888"/>
            <a:ext cx="55165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MARGIN, %</a:t>
            </a:r>
            <a:endParaRPr lang="en-US" sz="10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6263640" y="3931920"/>
          <a:ext cx="5516575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REVENUE SYNERGIES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synergies are ranked by fit with this transaction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 carry more execution risk than cost synergies; treat as upside, not base case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sell into the combined customer base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of each business can be offered the other's adjacent products.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harmonization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High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Aligning price levels and discount discipline across the combined book lifts realized price.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account retention program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revenue makes protecting the largest relationships through close the first revenue priority.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COST SYNERGIES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synergies anchor the value case and are within management's control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 should anchor the value case; sequence procurement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scale and vendor consolidation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purchasing volume supports renegotiated rates with overlapping vendors.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improvement to peer levels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Profitability trails typical sector levels, an addressable opportunity independent of the deal.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Overlapping G&amp;A rationalization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Duplicated back office functions can be consolidated over 12 to 24 months.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34456" y="32826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00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1421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Cross sell into the combined customer base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Pricing harmonization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Key account retention program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Procurement scale and vendor consolidation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Margin improvement to peer levels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Overlapping G&amp;A rationalization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2026-07-28T06:18:49Z</dcterms:created>
  <dcterms:modified xsi:type="dcterms:W3CDTF">2026-07-28T06:18:49Z</dcterms:modified>
</cp:coreProperties>
</file>