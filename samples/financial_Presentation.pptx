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synergy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revenue synergies and 3 cost synergies; procurement scale and vendor consolidation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is evaluating the acquisition of Meridian Components Inc.,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383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3832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synergies are ranked by fit with this transaction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carry more execution risk than cost synergies; treat as upside, not base case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sell into the combined customer base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of each business can be offered the other's adjacent products.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harmonization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Aligning price levels and discount discipline across the combined book lifts realized price.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account retention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revenue makes protecting the largest relationships through close the first revenue priority.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synergies anchor the value case and are within management's control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 should anchor the value case; sequence procurement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scale and vendor consolidation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purchasing volume supports renegotiated rates with overlapping vendors.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improvement to peer levels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Profitability trails typical sector levels, an addressable opportunity independent of the deal.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G&amp;A rationalization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Duplicated back office functions can be consolidated over 12 to 24 months.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2026-07-23T05:00:33Z</dcterms:created>
  <dcterms:modified xsi:type="dcterms:W3CDTF">2026-07-23T05:00:33Z</dcterms:modified>
</cp:coreProperties>
</file>