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6202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MERIDIAN | Private and confidential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MERIDIAN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options assessment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Components Inc. | Acquisition | July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and confidential. Draft for discussion purposes only. Prepared on illustrative sample financials.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59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Meridian Components Inc. presents 3 growth moves and 3 portfolio moves; value based pricing reset offers the highest confidence value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5870448"/>
            <a:ext cx="11365992" cy="475488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870448"/>
            <a:ext cx="54864" cy="475488"/>
          </a:xfrm>
          <a:prstGeom prst="rect">
            <a:avLst/>
          </a:prstGeom>
          <a:solidFill>
            <a:srgbClr val="1F4CF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870448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two slides expand each category in the order shown here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has commissioned a strategic review of Meridian Components Inc. covering competitive position, growth options, and portfolio choices, with a focus on expand into the Midwest market with meaningful procurement synergies.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GROWTH MOVES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Value based pricing reset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Adjacent segment entry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Geographic expansion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892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on slide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72200" y="20574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PORTFOLIO MOVES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42316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Core focus and simplification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Partnership or alliance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Divest noncore assets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4892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on slide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GROWTH MOVES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59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moves center on pricing to value and staged entry into proven adjacencies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5870448"/>
            <a:ext cx="11365992" cy="475488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870448"/>
            <a:ext cx="54864" cy="475488"/>
          </a:xfrm>
          <a:prstGeom prst="rect">
            <a:avLst/>
          </a:prstGeom>
          <a:solidFill>
            <a:srgbClr val="1F4CF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870448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growth investments behind evidence; pricing is the fastest lever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based pricing reset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High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77393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is the fastest profit lever; segments with demonstrated willingness to pay are underpriced today.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segment entry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Medium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9125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capability set transfers to a neighboring customer segment with limited incremental investment.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expansion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Medium  |  Ease: Low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60857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exists in adjacent regions the current footprint does not serve.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PORTFOLIO MOVES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59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moves sharpen the core by reallocating capital from legacy positions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5870448"/>
            <a:ext cx="11365992" cy="475488"/>
          </a:xfrm>
          <a:prstGeom prst="rect">
            <a:avLst/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870448"/>
            <a:ext cx="54864" cy="475488"/>
          </a:xfrm>
          <a:prstGeom prst="rect">
            <a:avLst/>
          </a:prstGeom>
          <a:solidFill>
            <a:srgbClr val="1F4CFF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5870448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growth agenda by pruning what no longer earns its capital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40817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 and simplification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Medium  |  Ease: Medium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77393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in the tail of the portfolio absorbs management attention disproportionate to its profit.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or alliance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Medium  |  Ease: Medium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9125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 supplies the missing capability faster than building it internally.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424281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Divest noncore assets</a:t>
            </a:r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Impact: High  |  Ease: Low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608576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positions may be worth more to another owner; proceeds fund the growth agenda.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PRIORITIZATION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50976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| FOR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13659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Pursue the top 3 opportunities first; hold the remainder for the roadmap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6419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 sample financials; DealDesk analysis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6400800" cy="4114800"/>
          </a:xfrm>
          <a:prstGeom prst="rect">
            <a:avLst/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1417320"/>
            <a:ext cx="3200400" cy="2057400"/>
          </a:xfrm>
          <a:prstGeom prst="rect">
            <a:avLst/>
          </a:prstGeom>
          <a:solidFill>
            <a:srgbClr val="E8EDFF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1417320"/>
            <a:ext cx="0" cy="411480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5840" y="3474720"/>
            <a:ext cx="64008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2062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first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 rot="16200000">
            <a:off x="13716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impact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623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 of capture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04825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14216" y="204825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93976" y="3282696"/>
            <a:ext cx="384048" cy="384048"/>
          </a:xfrm>
          <a:prstGeom prst="ellipse">
            <a:avLst/>
          </a:prstGeom>
          <a:solidFill>
            <a:srgbClr val="00A0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14216" y="328269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17136" y="328269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93976" y="2048256"/>
            <a:ext cx="384048" cy="384048"/>
          </a:xfrm>
          <a:prstGeom prst="ellipse">
            <a:avLst/>
          </a:prstGeom>
          <a:solidFill>
            <a:srgbClr val="1F4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1737360"/>
            <a:ext cx="3931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Value based pricing reset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Adjacent segment entry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Geographic expansion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Core focus and simplification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Partnership or alliance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04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Divest noncore assets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moves   </a:t>
            </a:r>
            <a:pPr indent="0" marL="0">
              <a:buNone/>
            </a:pPr>
            <a:r>
              <a:rPr lang="en-US" sz="1000" dirty="0">
                <a:solidFill>
                  <a:srgbClr val="1F4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moves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3666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2026-07-22T03:29:55Z</dcterms:created>
  <dcterms:modified xsi:type="dcterms:W3CDTF">2026-07-22T03:29:55Z</dcterms:modified>
</cp:coreProperties>
</file>