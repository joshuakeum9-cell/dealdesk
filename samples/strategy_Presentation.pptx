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6620256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 | Private and confidential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F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 MERIDIAN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2402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Strategic options assessment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548640" y="3749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B8C2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Meridian Components Inc. | Acquisition | July 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630936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7A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and confidential. Draft for discussion purposes only. Prepared on illustrative sample financials.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Meridian Components Inc. presents 3 growth moves and 3 portfolio moves; value based pricing reset offers the highest confidence value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two slides expand each category in the order shown here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325880"/>
            <a:ext cx="11365992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client has commissioned a strategic review of Meridian Components Inc. covering competitive position, growth options, and portfolio choices, with a focus on expand into the Midwest market with meaningful procurement synergies.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1148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1148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2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172200" y="2057400"/>
            <a:ext cx="5577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172200" y="2423160"/>
            <a:ext cx="557784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3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300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172200" y="4892040"/>
            <a:ext cx="5577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Expanded on slide 3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GROWTH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Growth moves center on the highest scoring levers for this situation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Stage growth investments behind evidence; sequence the highest confidence lever first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based pricing reset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High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Pricing is the fastest profit lever; segments with demonstrated willingness to pay are underpriced today.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Adjacent segment entry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core capability set transfers to a neighboring customer segment with limited incremental investment.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Mix shift toward higher margin volume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Medium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Replacing low margin volume with higher value business raises profitability without raising cost.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PORTFOLIO MOVES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Portfolio moves reallocate capital from legacy positions to where it earns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411480" y="5870448"/>
            <a:ext cx="11365992" cy="475488"/>
          </a:xfrm>
          <a:prstGeom prst="rect">
            <a:avLst/>
          </a:prstGeom>
          <a:solidFill>
            <a:srgbClr val="F2F5F7"/>
          </a:solidFill>
          <a:ln/>
        </p:spPr>
      </p:sp>
      <p:sp>
        <p:nvSpPr>
          <p:cNvPr id="6" name="Shape 4"/>
          <p:cNvSpPr/>
          <p:nvPr/>
        </p:nvSpPr>
        <p:spPr>
          <a:xfrm>
            <a:off x="411480" y="5870448"/>
            <a:ext cx="54864" cy="475488"/>
          </a:xfrm>
          <a:prstGeom prst="rect">
            <a:avLst/>
          </a:prstGeom>
          <a:solidFill>
            <a:srgbClr val="1F4CFF"/>
          </a:solidFill>
          <a:ln/>
        </p:spPr>
      </p:sp>
      <p:sp>
        <p:nvSpPr>
          <p:cNvPr id="7" name="Text 5"/>
          <p:cNvSpPr/>
          <p:nvPr/>
        </p:nvSpPr>
        <p:spPr>
          <a:xfrm>
            <a:off x="576072" y="5870448"/>
            <a:ext cx="11091672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Fund the agenda by pruning what no longer earns its capital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411480" y="140817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137160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Core focus and simplification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960120" y="177393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Complexity in the tail of the portfolio absorbs management attention disproportionate to its profit.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11480" y="28254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60120" y="278892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Partnership or alliance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Medium  |  Ease: Medium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60120" y="319125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partner supplies the missing capability faster than building it internally.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11480" y="424281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60120" y="4206240"/>
            <a:ext cx="106984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Divest noncore assets</a:t>
            </a:r>
            <a:pPr indent="0" marL="0">
              <a:buNone/>
            </a:pPr>
            <a:r>
              <a:rPr lang="en-US" sz="105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Impact: High  |  Ease: Low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960120" y="4608576"/>
            <a:ext cx="1069848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Legacy positions may be worth more to another owner; proceeds fund the growth agenda.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164592"/>
            <a:ext cx="82296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APPENDIX: PRIORITIZATION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509760" y="164592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6A6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| FOR DISCUSSION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411480" y="457200"/>
            <a:ext cx="11365992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0A1F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Pursue the top 3 opportunities first; hold the remainder for the roadmap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411480" y="6419088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Illustrative sample financials; DealDesk analysis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005840" y="1417320"/>
            <a:ext cx="6400800" cy="4114800"/>
          </a:xfrm>
          <a:prstGeom prst="rect">
            <a:avLst/>
          </a:prstGeom>
          <a:solidFill>
            <a:srgbClr val="FAFBFC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206240" y="1417320"/>
            <a:ext cx="3200400" cy="2057400"/>
          </a:xfrm>
          <a:prstGeom prst="rect">
            <a:avLst/>
          </a:prstGeom>
          <a:solidFill>
            <a:srgbClr val="E8EDFF"/>
          </a:solidFill>
          <a:ln/>
        </p:spPr>
      </p:sp>
      <p:sp>
        <p:nvSpPr>
          <p:cNvPr id="8" name="Shape 6"/>
          <p:cNvSpPr/>
          <p:nvPr/>
        </p:nvSpPr>
        <p:spPr>
          <a:xfrm>
            <a:off x="4206240" y="1417320"/>
            <a:ext cx="0" cy="411480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1005840" y="3474720"/>
            <a:ext cx="6400800" cy="0"/>
          </a:xfrm>
          <a:prstGeom prst="line">
            <a:avLst/>
          </a:prstGeom>
          <a:noFill/>
          <a:ln w="12700">
            <a:solidFill>
              <a:srgbClr val="D9D9D9"/>
            </a:solidFill>
            <a:prstDash val="dash"/>
          </a:ln>
        </p:spPr>
      </p:sp>
      <p:sp>
        <p:nvSpPr>
          <p:cNvPr id="10" name="Text 8"/>
          <p:cNvSpPr/>
          <p:nvPr/>
        </p:nvSpPr>
        <p:spPr>
          <a:xfrm>
            <a:off x="4206240" y="14630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first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 rot="16200000">
            <a:off x="137160" y="3291840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impact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05840" y="562356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Ease of capture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3445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1421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17136" y="2048256"/>
            <a:ext cx="384048" cy="384048"/>
          </a:xfrm>
          <a:prstGeom prst="ellipse">
            <a:avLst/>
          </a:prstGeom>
          <a:solidFill>
            <a:srgbClr val="00A0B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1421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17136" y="328269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2093976" y="2048256"/>
            <a:ext cx="384048" cy="384048"/>
          </a:xfrm>
          <a:prstGeom prst="ellipse">
            <a:avLst/>
          </a:prstGeom>
          <a:solidFill>
            <a:srgbClr val="1F4CF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8120" y="141732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A1F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818120" y="1737360"/>
            <a:ext cx="393192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Value based pricing reset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Adjacent segment entry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Mix shift toward higher margin volume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Core focus and simplification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Partnership or alliance</a:t>
            </a:r>
            <a:endParaRPr lang="en-US" sz="11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100" dirty="0">
                <a:solidFill>
                  <a:srgbClr val="4048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Divest noncore assets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818120" y="52120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0A0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moves   </a:t>
            </a:r>
            <a:pPr indent="0" marL="0">
              <a:buNone/>
            </a:pPr>
            <a:r>
              <a:rPr lang="en-US" sz="1000" dirty="0">
                <a:solidFill>
                  <a:srgbClr val="1F4C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</a:t>
            </a:r>
            <a:pPr indent="0" marL="0">
              <a:buNone/>
            </a:pPr>
            <a:r>
              <a:rPr lang="en-US" sz="1000" dirty="0">
                <a:solidFill>
                  <a:srgbClr val="6366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Portfolio moves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601968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63666A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2026-07-22T14:51:24Z</dcterms:created>
  <dcterms:modified xsi:type="dcterms:W3CDTF">2026-07-22T14:51:24Z</dcterms:modified>
</cp:coreProperties>
</file>