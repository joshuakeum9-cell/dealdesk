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 options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Components Inc. presents 3 growth moves and 3 portfolio moves; value based pricing reset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371600"/>
            <a:ext cx="11365992" cy="5669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has commissioned a strategic review of Meridian Components Inc. covering competitive position, growth options, and portfolio choices, with a focus on expand into the Midwest market with meaningful procurement synergies.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242316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Value based pricing reset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Adjacent segment entry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 shift toward higher margin volume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48920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Expanded on slide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72200" y="20574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72200" y="242316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focus and simplification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Partnership or alliance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Divest noncore assets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48920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Expanded on slide 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moves center on the highest scoring levers for this situation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growth investments behind evidence; sequence the highest confidence lever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based pricing reset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is the fastest profit lever; segments with demonstrated willingness to pay are underpriced today.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segment entry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capability set transfers to a neighboring customer segment with limited incremental investment.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shift toward higher margin volume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Replacing low margin volume with higher value business raises profitability without raising cost.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Portfolio moves reallocate capital from legacy positions to where it earns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 the agenda by pruning what no longer earns its capital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focus and simplification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Complexity in the tail of the portfolio absorbs management attention disproportionate to its profit.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or alliance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 supplies the missing capability faster than building it internally.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Divest noncore assets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Low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positions may be worth more to another owner; proceeds fund the growth agenda.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1421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1713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9397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Value based pricing reset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Adjacent segment entry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 shift toward higher margin volume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focus and simplification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Partnership or alliance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Divest noncore assets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moves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moves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2026-07-23T04:25:51Z</dcterms:created>
  <dcterms:modified xsi:type="dcterms:W3CDTF">2026-07-23T04:25:51Z</dcterms:modified>
</cp:coreProperties>
</file>